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rapidement l'objectif: démontrer la transformation et l'automatisation des processus avec ProcessMate.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l'extraction automatique depuis le code, la visualisation, la conversion BPMN et l'enregistrement.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Démontrer la reconnaissance multi-doc, la formalisation parallèle et la sauvegarde.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 parcours utilisateur depuis la carte jusqu'à l'édition collaborative via mail.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comment transformer un texte règlementaire en actions opérationnelles.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irritants détectés, la mise en évidence dans le BPMN et la création de tâches.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 tableau de bord final et les éléments de pilotage.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Proposer 2 scénarios à exécuter en live et vérifier les jeux de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ProcessMate — Démonstration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 d'usage clés et workflow</a:t>
            </a:r>
          </a:p>
          <a:p>
            <a:r>
              <a:t>22/06/2026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Contexte rapide</a:t>
            </a:r>
          </a:p>
          <a:p>
            <a:pPr>
              <a:defRPr sz="1800"/>
            </a:pPr>
            <a:r>
              <a:t>5 démonstrations pas-à-pas</a:t>
            </a:r>
          </a:p>
          <a:p>
            <a:pPr>
              <a:defRPr sz="1800"/>
            </a:pPr>
            <a:r>
              <a:t>Tableau de bord &amp; KPIs</a:t>
            </a:r>
          </a:p>
          <a:p>
            <a:pPr>
              <a:defRPr sz="1800"/>
            </a:pPr>
            <a:r>
              <a:t>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1 — Code legacy → Flowchart → BPMN → enregistrement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Importer code legacy (ex: WinDev, COBOL)</a:t>
            </a:r>
          </a:p>
          <a:p>
            <a:pPr>
              <a:defRPr sz="1800"/>
            </a:pPr>
            <a:r>
              <a:t>Générer automatiquement un flowchart via 'Clinic'</a:t>
            </a:r>
          </a:p>
          <a:p>
            <a:pPr>
              <a:defRPr sz="1800"/>
            </a:pPr>
            <a:r>
              <a:t>Transformer le flowchart en diagramme BPMN éditable</a:t>
            </a:r>
          </a:p>
          <a:p>
            <a:pPr>
              <a:defRPr sz="1800"/>
            </a:pPr>
            <a:r>
              <a:t>Enregistrer la procédure dans ProcessMate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2 — PDF/Images → Détection → Formalisation parallèle → Enregistrement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Charger PDF et images contenant procédures</a:t>
            </a:r>
          </a:p>
          <a:p>
            <a:pPr>
              <a:defRPr sz="1800"/>
            </a:pPr>
            <a:r>
              <a:t>Détection automatique des procédures via OCR + IA</a:t>
            </a:r>
          </a:p>
          <a:p>
            <a:pPr>
              <a:defRPr sz="1800"/>
            </a:pPr>
            <a:r>
              <a:t>Formaliser deux procédures en parallèle</a:t>
            </a:r>
          </a:p>
          <a:p>
            <a:pPr>
              <a:defRPr sz="1800"/>
            </a:pPr>
            <a:r>
              <a:t>Enregistrer les procédures dans ProcessMate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3 — Carte → Créer procédure → Campagne → Assignment → Notification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Ouvrir la carte (Bian) et naviguer vers sous-catégorie</a:t>
            </a:r>
          </a:p>
          <a:p>
            <a:pPr>
              <a:defRPr sz="1800"/>
            </a:pPr>
            <a:r>
              <a:t>Créer une nouvelle procédure et l'attacher à une campagne</a:t>
            </a:r>
          </a:p>
          <a:p>
            <a:pPr>
              <a:defRPr sz="1800"/>
            </a:pPr>
            <a:r>
              <a:t>Assigner la formalisation à un utilisateur</a:t>
            </a:r>
          </a:p>
          <a:p>
            <a:pPr>
              <a:defRPr sz="1800"/>
            </a:pPr>
            <a:r>
              <a:t>Notification par mail: accès direct à l'espace &amp; édition collaborative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4 — Changements réglementaires (PDF) → Analyse → Tâches automatiques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Charger document réglementaire (PDF) contenant changements</a:t>
            </a:r>
          </a:p>
          <a:p>
            <a:pPr>
              <a:defRPr sz="1800"/>
            </a:pPr>
            <a:r>
              <a:t>Sélectionner procédures impactées</a:t>
            </a:r>
          </a:p>
          <a:p>
            <a:pPr>
              <a:defRPr sz="1800"/>
            </a:pPr>
            <a:r>
              <a:t>Lancer l'analyse IA et valider propositions</a:t>
            </a:r>
          </a:p>
          <a:p>
            <a:pPr>
              <a:defRPr sz="1800"/>
            </a:pPr>
            <a:r>
              <a:t>Créer automatiquement des tâches de mise à jour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Scénario 5 — Détection d'irritants et propositions de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Lancer l'IA d'analyse d'irritants</a:t>
            </a:r>
          </a:p>
          <a:p>
            <a:pPr>
              <a:defRPr sz="1800"/>
            </a:pPr>
            <a:r>
              <a:t>Identifier irritants et étapes/acteurs impactés</a:t>
            </a:r>
          </a:p>
          <a:p>
            <a:pPr>
              <a:defRPr sz="1800"/>
            </a:pPr>
            <a:r>
              <a:t>Propositions de correction (IA) et visualisation sur le diagramme</a:t>
            </a:r>
          </a:p>
          <a:p>
            <a:pPr>
              <a:defRPr sz="1800"/>
            </a:pPr>
            <a:r>
              <a:t>Créer tâches de correction depuis les propositions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— Dashboard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Vue d'ensemble: performances, avancement, RACI</a:t>
            </a:r>
          </a:p>
          <a:p>
            <a:pPr>
              <a:defRPr sz="1800"/>
            </a:pPr>
            <a:r>
              <a:t>KPIs: temps moyen de formalisation, taux d'automatisation</a:t>
            </a:r>
          </a:p>
          <a:p>
            <a:pPr>
              <a:defRPr sz="1800"/>
            </a:pPr>
            <a:r>
              <a:t>Suivi des campagnes et des tâches ouvertes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Prochaines étapes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Valider les cas d'usage à démontrer en live</a:t>
            </a:r>
          </a:p>
          <a:p>
            <a:pPr>
              <a:defRPr sz="1800"/>
            </a:pPr>
            <a:r>
              <a:t>Préparer les exemples (fichiers, code) à importer</a:t>
            </a:r>
          </a:p>
          <a:p>
            <a:pPr>
              <a:defRPr sz="1800"/>
            </a:pPr>
            <a:r>
              <a:t>Répéter le run pour la démo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